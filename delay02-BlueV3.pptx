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4" r:id="rId6"/>
    <p:sldId id="267" r:id="rId7"/>
    <p:sldId id="268" r:id="rId8"/>
    <p:sldId id="269" r:id="rId9"/>
    <p:sldId id="270" r:id="rId10"/>
    <p:sldId id="285" r:id="rId11"/>
    <p:sldId id="272" r:id="rId12"/>
    <p:sldId id="274" r:id="rId13"/>
    <p:sldId id="277" r:id="rId14"/>
    <p:sldId id="278" r:id="rId15"/>
    <p:sldId id="281" r:id="rId16"/>
    <p:sldId id="282" r:id="rId17"/>
    <p:sldId id="283" r:id="rId18"/>
    <p:sldId id="284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7/13/24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FA466B20-BA22-47F7-80CC-019581DE59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200" dirty="0"/>
              <a:t>Analysis of Domestic Flight Delays</a:t>
            </a:r>
            <a:endParaRPr sz="5200" dirty="0"/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603ECFA3-DC98-45D3-8849-D72AFCBFA63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7/13/24 8:51:19 PM PDT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AvgFlights">
            <a:extLst>
              <a:ext uri="{FF2B5EF4-FFF2-40B4-BE49-F238E27FC236}">
                <a16:creationId xmlns:a16="http://schemas.microsoft.com/office/drawing/2014/main" id="{7952D36A-1FF3-40AC-9BD5-BBA1BBF31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8704"/>
            <a:ext cx="12192000" cy="310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AvgFlightsCntA1">
            <a:extLst>
              <a:ext uri="{FF2B5EF4-FFF2-40B4-BE49-F238E27FC236}">
                <a16:creationId xmlns:a16="http://schemas.microsoft.com/office/drawing/2014/main" id="{1B72327A-977E-4500-B49C-D6B771D20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87" y="66675"/>
            <a:ext cx="11172825" cy="672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AvgFlightsA">
            <a:extLst>
              <a:ext uri="{FF2B5EF4-FFF2-40B4-BE49-F238E27FC236}">
                <a16:creationId xmlns:a16="http://schemas.microsoft.com/office/drawing/2014/main" id="{7341A8E2-7643-448A-9560-668659ED5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TotArrDel1">
            <a:extLst>
              <a:ext uri="{FF2B5EF4-FFF2-40B4-BE49-F238E27FC236}">
                <a16:creationId xmlns:a16="http://schemas.microsoft.com/office/drawing/2014/main" id="{C0977077-276E-42A9-A40C-B6E9F12CD9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ArrDelAFreq">
            <a:extLst>
              <a:ext uri="{FF2B5EF4-FFF2-40B4-BE49-F238E27FC236}">
                <a16:creationId xmlns:a16="http://schemas.microsoft.com/office/drawing/2014/main" id="{7DBD775E-11BC-4753-931C-41B0A0D08C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ArrDelayAMagn">
            <a:extLst>
              <a:ext uri="{FF2B5EF4-FFF2-40B4-BE49-F238E27FC236}">
                <a16:creationId xmlns:a16="http://schemas.microsoft.com/office/drawing/2014/main" id="{E9C41041-E24C-4ED7-BD51-7AEF94646B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575" y="919162"/>
            <a:ext cx="1061085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ArrDelayAMagn2">
            <a:extLst>
              <a:ext uri="{FF2B5EF4-FFF2-40B4-BE49-F238E27FC236}">
                <a16:creationId xmlns:a16="http://schemas.microsoft.com/office/drawing/2014/main" id="{D3CBEC84-864B-4DFF-AB05-E749A9AE7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257175"/>
            <a:ext cx="1215390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ArrDelAFreqMagn">
            <a:extLst>
              <a:ext uri="{FF2B5EF4-FFF2-40B4-BE49-F238E27FC236}">
                <a16:creationId xmlns:a16="http://schemas.microsoft.com/office/drawing/2014/main" id="{108241D7-F42A-40DA-AC99-5499E1263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6981"/>
            <a:ext cx="12192000" cy="626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slide30" descr="Airports-356">
            <a:extLst>
              <a:ext uri="{FF2B5EF4-FFF2-40B4-BE49-F238E27FC236}">
                <a16:creationId xmlns:a16="http://schemas.microsoft.com/office/drawing/2014/main" id="{8C0078FA-8AF7-48D9-9872-D18731DB3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slide17" descr="Airports">
            <a:extLst>
              <a:ext uri="{FF2B5EF4-FFF2-40B4-BE49-F238E27FC236}">
                <a16:creationId xmlns:a16="http://schemas.microsoft.com/office/drawing/2014/main" id="{E94C9958-5751-4EDE-AE87-C721F6BEC1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44930"/>
            <a:ext cx="12192000" cy="256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slide19" descr="Airports-20">
            <a:extLst>
              <a:ext uri="{FF2B5EF4-FFF2-40B4-BE49-F238E27FC236}">
                <a16:creationId xmlns:a16="http://schemas.microsoft.com/office/drawing/2014/main" id="{79B0896B-8CC5-42D5-8A23-F588E7363B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slide22" descr="AvgFlightsR">
            <a:extLst>
              <a:ext uri="{FF2B5EF4-FFF2-40B4-BE49-F238E27FC236}">
                <a16:creationId xmlns:a16="http://schemas.microsoft.com/office/drawing/2014/main" id="{DE8367F9-125B-4579-90A9-1727E09FE9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slide23" descr="TotArrDel1 (2)">
            <a:extLst>
              <a:ext uri="{FF2B5EF4-FFF2-40B4-BE49-F238E27FC236}">
                <a16:creationId xmlns:a16="http://schemas.microsoft.com/office/drawing/2014/main" id="{87D9CAF2-34F6-4C9A-8776-741ED72D4A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slide26" descr="ArrDelayRFreq">
            <a:extLst>
              <a:ext uri="{FF2B5EF4-FFF2-40B4-BE49-F238E27FC236}">
                <a16:creationId xmlns:a16="http://schemas.microsoft.com/office/drawing/2014/main" id="{AEAFD75A-AE5F-4B32-8396-686FF9A946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750" y="0"/>
            <a:ext cx="85725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slide27" descr="ArrDelayR(Magn)">
            <a:extLst>
              <a:ext uri="{FF2B5EF4-FFF2-40B4-BE49-F238E27FC236}">
                <a16:creationId xmlns:a16="http://schemas.microsoft.com/office/drawing/2014/main" id="{434364BD-7AA2-4D92-9023-AE35B1B672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12" y="1114425"/>
            <a:ext cx="11001375" cy="462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slide28" descr="ArrDelayRMagn2">
            <a:extLst>
              <a:ext uri="{FF2B5EF4-FFF2-40B4-BE49-F238E27FC236}">
                <a16:creationId xmlns:a16="http://schemas.microsoft.com/office/drawing/2014/main" id="{CC373B55-5CF9-40A7-AD00-90361C93D1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14942"/>
            <a:ext cx="12192000" cy="6028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slide29" descr="ArrDelRFreqMagn">
            <a:extLst>
              <a:ext uri="{FF2B5EF4-FFF2-40B4-BE49-F238E27FC236}">
                <a16:creationId xmlns:a16="http://schemas.microsoft.com/office/drawing/2014/main" id="{30B55C03-CF87-44B1-B3E1-F24A5FAADC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1901"/>
            <a:ext cx="12192000" cy="6114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</Words>
  <Application>Microsoft Macintosh PowerPoint</Application>
  <PresentationFormat>Widescreen</PresentationFormat>
  <Paragraphs>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Analysis of Domestic Flight Delays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Shreya Chandra</cp:lastModifiedBy>
  <cp:revision>1</cp:revision>
  <dcterms:created xsi:type="dcterms:W3CDTF">2024-07-14T03:51:22Z</dcterms:created>
  <dcterms:modified xsi:type="dcterms:W3CDTF">2024-07-14T03:53:40Z</dcterms:modified>
</cp:coreProperties>
</file>